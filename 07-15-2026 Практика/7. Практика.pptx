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E1E6A6-CB8F-4A04-BF19-9A1A3F773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BFA1D7-82E6-409D-8926-CD7DEDFFBA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464F6A-7CEC-43BA-93C9-4DE1312CD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4D82-64A4-45D0-88E5-0AF11313933D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0BE88E-A2D0-4A82-BDCE-88FAA6A41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A1F0F3-AE74-4966-99A0-F70DD86CF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620B-80D9-41D0-9BEE-78B318FF3D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6382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3C055B-502A-4C1D-A101-BB441B2B4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D96A86-09A9-44FC-8254-11D42749D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31EA19-DFE9-415B-AB3F-2F952CFDB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4D82-64A4-45D0-88E5-0AF11313933D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24239E-EC2D-4150-A603-93754BD3B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F3EDF0-98CB-4C22-9BB2-E04226B9B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620B-80D9-41D0-9BEE-78B318FF3D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7969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7C8AFF-A842-4042-9D24-CF4B42AB1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AE283C-0A74-4F31-97F6-E6300E532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6B64AE-BAC6-4328-9351-14C598DBE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4D82-64A4-45D0-88E5-0AF11313933D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310C4B-5F12-4030-A788-1C87072AB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7D56BE-0467-47AF-A008-571FEB909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620B-80D9-41D0-9BEE-78B318FF3D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2998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E04300-3E36-4796-BDBE-0A476C802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51BEC6-1E00-4C19-B854-3748DBC3F7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C21206E-38F2-4CA8-B181-2621EDB1F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9244D1A-5DCB-4F7A-863B-921700A2E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4D82-64A4-45D0-88E5-0AF11313933D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864387-2141-471E-BE02-3DD0D4BF5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496B61-13B7-4AF1-9214-1B377C2B9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620B-80D9-41D0-9BEE-78B318FF3D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0598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02BCBB-C371-4787-842C-362584E4B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A8E29A-2CB7-42D9-9A79-2BE789CC3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6C8931-7742-4FA3-B4F0-54DF6E230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532D0B6-3BCB-4C4D-8222-15C7408F67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974EB8F-1807-4C7D-9423-AD91D9F6AE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A6662DF-11C5-4759-B517-0AB9867B4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4D82-64A4-45D0-88E5-0AF11313933D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13C556C-E3B0-49DB-8647-E261A0F25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1CB866C-40BB-4DDF-8D85-7EC0661AF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620B-80D9-41D0-9BEE-78B318FF3D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9921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7F9112-6FA7-44A7-A59D-6F12D4A64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E907A6A-FB58-4504-8A19-BBACF64C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4D82-64A4-45D0-88E5-0AF11313933D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0EBC60D-6668-4335-B7E2-5D7DD5BE1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A4DF3BA-485B-44BC-B274-7ABA0C445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620B-80D9-41D0-9BEE-78B318FF3D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9374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209A8F0-83A5-479D-83E0-D06AB2441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4D82-64A4-45D0-88E5-0AF11313933D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72E3958-0717-4183-AA93-F6E382FDD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7FDD6B-C3A0-4339-8098-621F29C1F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620B-80D9-41D0-9BEE-78B318FF3D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5475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1A0F0E-9FE2-4842-9B06-EE0E0E8EA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B938A5-C2D1-4CD5-A27A-DFFC14091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13466B6-8711-4543-ABDB-97A088A2D0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9B521A-A94F-4917-83E3-521DBAEB0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4D82-64A4-45D0-88E5-0AF11313933D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A5E6BE-16E9-44E1-87AA-DE76DC6CE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C0F8CDD-DBA3-48B4-983A-E810AE016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620B-80D9-41D0-9BEE-78B318FF3D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0990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A6543C-CEF6-429C-9EF6-1CDF279A4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3A9F176-3BA2-4BF1-9A8C-54BE697FE8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191F8A-B6F4-4CF5-B6E4-9C4A8BB36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C089C9-F17C-49F7-A925-BE35B5DA8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4D82-64A4-45D0-88E5-0AF11313933D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83E92DE-BCF8-47A5-8D2F-4BA80A9DF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B4E905-8489-4738-9719-8E66EF7C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620B-80D9-41D0-9BEE-78B318FF3D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7931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ED6AA9-1CBD-47B0-B114-597CD2AD2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8933A1C-CB1D-40B5-B30E-1F181B69A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A20661-6910-498D-A074-827DEC9F9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4D82-64A4-45D0-88E5-0AF11313933D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6813D1-BC47-4BD4-B869-711656EA2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D3C1E3-8C3E-4C07-93E9-7A02BB72B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620B-80D9-41D0-9BEE-78B318FF3D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2416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F32112D-8659-4310-B609-5FFB6DF307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A1C3099-2AFE-4902-9A25-1F7F2357CC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67DA4F-65F8-4D9E-A4C5-0FB5C7E9A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4D82-64A4-45D0-88E5-0AF11313933D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D8DC4E-D7B3-4215-AC4D-6AC6C7185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E7C690-9B06-4F8E-9B53-51DEFA691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620B-80D9-41D0-9BEE-78B318FF3D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619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E0371B-170E-4FC1-8431-79B3122DD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0B41EB-ABE2-4C3C-A3A3-389725DB4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9AEDB6-A221-4EB6-9298-B1EFD954F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854D82-64A4-45D0-88E5-0AF11313933D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5BD72C-C9D9-4AF9-8916-6A80B7E36B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53475D-593B-461F-9826-7AA7771087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0E620B-80D9-41D0-9BEE-78B318FF3D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6921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D89E5D-DC50-4FEB-A4C4-CB4F6B8258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Основы программирования на языке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C5B8F0-286D-49C9-8C87-7F04723EC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9567"/>
            <a:ext cx="9144000" cy="1655762"/>
          </a:xfrm>
        </p:spPr>
        <p:txBody>
          <a:bodyPr>
            <a:normAutofit lnSpcReduction="10000"/>
          </a:bodyPr>
          <a:lstStyle/>
          <a:p>
            <a:pPr algn="r"/>
            <a:endParaRPr lang="ru-RU" dirty="0"/>
          </a:p>
          <a:p>
            <a:pPr algn="r"/>
            <a:r>
              <a:rPr lang="en-US" dirty="0"/>
              <a:t>https://github.com/variichrodion/BV-621-C-Basics</a:t>
            </a:r>
            <a:endParaRPr lang="ru-RU" dirty="0"/>
          </a:p>
          <a:p>
            <a:pPr algn="r"/>
            <a:r>
              <a:rPr lang="ru-RU" dirty="0"/>
              <a:t>Практика</a:t>
            </a:r>
          </a:p>
          <a:p>
            <a:pPr algn="r"/>
            <a:r>
              <a:rPr lang="ru-RU" dirty="0"/>
              <a:t>13.07.2026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9019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EEC601-EDA4-41A6-8E3F-0A35BB05D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3E8920-1CD8-492A-9673-DD8899497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ДОМАШНЕЕ ЗАДАНИЕ</a:t>
            </a:r>
          </a:p>
          <a:p>
            <a:r>
              <a:rPr lang="ru-RU" dirty="0"/>
              <a:t>Задача «Звёздный треугольник»</a:t>
            </a:r>
          </a:p>
          <a:p>
            <a:r>
              <a:rPr lang="ru-RU" dirty="0"/>
              <a:t>Задача «Калькулятор+»</a:t>
            </a:r>
          </a:p>
          <a:p>
            <a:r>
              <a:rPr lang="ru-RU" dirty="0"/>
              <a:t>Задача «Угадай число»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7481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292F5D-8C1B-4984-8981-4FE72C083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«Звёздный треугольник»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B01ACF-9921-4509-A247-74AC00FB0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Вывести на экран треугольник из звёздочек. Размер треугольника задаёт пользователь. Пример: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	Размер: 3		   Размер: 5		          Размер: 7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0A4A10-A473-41E4-BDED-13053F5AD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090" y="4434353"/>
            <a:ext cx="2867025" cy="12001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FA56403-05C3-4A53-9CC6-6738018B4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262" y="4258140"/>
            <a:ext cx="2905125" cy="15525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AF9BD4D-52E8-4E44-B09C-FE6033984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7904" y="4048592"/>
            <a:ext cx="2847975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615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BDA149-882A-45A6-AFBB-B9C9A9E94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«Калькулятор+»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0B14F0-181D-47C4-8C41-F86284618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Возьмём код калькулятора с прошлого домашнего задания. Необходимо «зациклить ввод»:</a:t>
            </a:r>
          </a:p>
          <a:p>
            <a:pPr marL="514350" indent="-514350" algn="just">
              <a:buAutoNum type="arabicPeriod"/>
            </a:pPr>
            <a:r>
              <a:rPr lang="ru-RU" dirty="0"/>
              <a:t>После очередного вычисления появляется главного меню. </a:t>
            </a:r>
          </a:p>
          <a:p>
            <a:pPr marL="514350" indent="-514350" algn="just">
              <a:buAutoNum type="arabicPeriod"/>
            </a:pPr>
            <a:r>
              <a:rPr lang="ru-RU" dirty="0"/>
              <a:t>Назначить символ «завершения» работы и написать пользователю, как выйти из программы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8432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F7015D-FD84-4C50-8FBE-2AC5BA87C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«Угадай число»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61142E-993E-4A14-846C-0D40CAEE7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093" y="1825625"/>
            <a:ext cx="11134165" cy="435133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dirty="0"/>
              <a:t>Компьютер "загадывает" случайное число от 1 до 100 (</a:t>
            </a:r>
            <a:r>
              <a:rPr lang="ru-RU" dirty="0" err="1"/>
              <a:t>std</a:t>
            </a:r>
            <a:r>
              <a:rPr lang="ru-RU" dirty="0"/>
              <a:t>::mt19937). Пользователь пытается его угадать.</a:t>
            </a:r>
          </a:p>
          <a:p>
            <a:pPr algn="just"/>
            <a:r>
              <a:rPr lang="ru-RU" dirty="0"/>
              <a:t>Если число пользователя меньше загаданного – вывести "Больше!".</a:t>
            </a:r>
          </a:p>
          <a:p>
            <a:pPr algn="just"/>
            <a:r>
              <a:rPr lang="ru-RU" dirty="0"/>
              <a:t>Если больше – вывести "Меньше!".</a:t>
            </a:r>
          </a:p>
          <a:p>
            <a:pPr algn="just"/>
            <a:r>
              <a:rPr lang="ru-RU" dirty="0"/>
              <a:t>Если угадал – вывести "Поздравляю!" и завершить цикл.</a:t>
            </a:r>
            <a:endParaRPr lang="en-US" dirty="0"/>
          </a:p>
          <a:p>
            <a:pPr algn="just"/>
            <a:endParaRPr lang="ru-RU" dirty="0"/>
          </a:p>
          <a:p>
            <a:pPr marL="0" indent="0" algn="just">
              <a:buNone/>
            </a:pPr>
            <a:r>
              <a:rPr lang="ru-RU" dirty="0"/>
              <a:t>Сложность</a:t>
            </a:r>
            <a:r>
              <a:rPr lang="en-US" dirty="0"/>
              <a:t>+</a:t>
            </a:r>
            <a:r>
              <a:rPr lang="ru-RU" dirty="0"/>
              <a:t>: Добавьте счётчик попыток. В конце выведите: "Вы угадали за X попыток!".</a:t>
            </a:r>
            <a:endParaRPr lang="en-US" dirty="0"/>
          </a:p>
          <a:p>
            <a:pPr marL="0" indent="0" algn="just">
              <a:buNone/>
            </a:pPr>
            <a:r>
              <a:rPr lang="ru-RU" dirty="0"/>
              <a:t>Сложность</a:t>
            </a:r>
            <a:r>
              <a:rPr lang="en-US" dirty="0"/>
              <a:t>++</a:t>
            </a:r>
            <a:r>
              <a:rPr lang="ru-RU" dirty="0"/>
              <a:t>: Ограничить количество попыток (например, 10). В конце выведите: «Вы угадали за X попыток!» или «Вы проиграли! Загаданное число: </a:t>
            </a:r>
            <a:r>
              <a:rPr lang="en-US" dirty="0"/>
              <a:t>Y</a:t>
            </a:r>
            <a:r>
              <a:rPr lang="ru-RU" dirty="0"/>
              <a:t>»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85122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211</Words>
  <Application>Microsoft Office PowerPoint</Application>
  <PresentationFormat>Широкоэкранный</PresentationFormat>
  <Paragraphs>26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Основы программирования на языке C++</vt:lpstr>
      <vt:lpstr>Практика?</vt:lpstr>
      <vt:lpstr>Задача «Звёздный треугольник»</vt:lpstr>
      <vt:lpstr>Задача «Калькулятор+»</vt:lpstr>
      <vt:lpstr>Задача «Угадай число»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программирования на языке C++</dc:title>
  <dc:creator>varitch.rodion.2@gmail.com</dc:creator>
  <cp:lastModifiedBy>varitch.rodion.2@gmail.com</cp:lastModifiedBy>
  <cp:revision>15</cp:revision>
  <dcterms:created xsi:type="dcterms:W3CDTF">2026-07-15T12:39:57Z</dcterms:created>
  <dcterms:modified xsi:type="dcterms:W3CDTF">2026-07-15T14:32:49Z</dcterms:modified>
</cp:coreProperties>
</file>