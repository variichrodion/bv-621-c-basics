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0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1B71A-AC51-43B1-8832-CD3027315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AB3C43-0EFE-4C4A-9E85-EE2CFE249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2BA5EC-6C12-4E75-A734-A5680DA1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6FC890-009D-4606-B7AC-1A8BBC16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024B4-411E-4CFA-8B1A-1900CBA9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407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63A02-16B7-4A75-9272-3C9220492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161EE1-C265-49A7-8ED8-8631E203A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14B4D8-B4D2-4B67-9629-530295D7A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EF695-89DE-42C3-B4C8-13D05DEC2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958494-5523-4CD4-A0D5-68CBE1D3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61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843DD-F973-4F6C-BC21-372B276F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D28C96-3ED4-43DA-8D91-97CE4B717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A498FF-5CD3-4367-A737-9B402D30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FE4EA7-169E-4481-B837-F257FD58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87E36E-B0D2-40F6-9942-FF842768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62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6D9E6-AE6B-420B-A7E0-590279FC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BEA274-C1F2-454B-8C77-F57DEE1B9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59E40C-4423-44D4-BE1D-E6FBD480A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7BFD7B-8F82-4D29-A8F3-9A5583FC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345E0D-8B91-44EB-A18C-89072E36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A3B3DD-82F9-49B5-A092-C2435A96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3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A4539-D1F3-4972-93F3-0D9887DE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0D66A5-46FB-46FC-8438-DB98E6B6A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41CFEA-24BF-48F5-AD06-687F043C0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1E7C60-8117-44BB-9EF3-DD0A6F6A4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F23BB3-B7B7-4CE7-8EF6-710FF8BC8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88C1E9-143E-4FBD-95F0-5B9B8AD8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B580CCA-E835-4E42-99ED-2566044C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CABFB9-2BC1-4140-9C31-F0240544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1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D0DFF-5FCD-4BB9-AD85-5877609AD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53909F-72F9-4186-B0FA-CE60488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FCE931A-1EA2-466D-B071-89BAE65A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3C6187-CDED-4E2D-A9E9-815553DB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78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E0A9D6-38FB-432F-AECE-1F7AD2EE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B58C19-8B70-473A-8104-3EDCD364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87E383-0FA4-48F5-9603-D3BA3A21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49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B08D0-FB46-4356-BE45-18980187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33D9A3-9128-4792-8613-9D140AAC4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BA7170-A887-4F0C-8813-AF0EB1B7A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115F65-82EB-4615-B1C4-388486DB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EF06AA-06B7-4582-AA56-047561CC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9E72B6-9E97-4EDA-B587-702E5458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439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E9F67-7A1C-449D-941D-61486B797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A38DD39-1869-4EF8-B705-9A060BC62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8A8544-F88B-415B-B72A-AF93E7C8C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E0068B-4DEA-4FEB-A1C5-B0250D8F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511AA-C8BA-4E90-BCC2-47BDA5454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BFAC49-EE0A-4F9F-8E4D-CBBA2A06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27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5AB94-4647-4B50-B35D-BAD24288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90160D-4D46-4317-ADB2-88866F65A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A2DB89-AE09-4064-AD1E-9F18B2A2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367339-1162-4B01-AEA6-1E3D1D23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341A8D-57E9-4E49-BF3F-27DAF290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28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4AFC0EA-5479-4455-8D73-1C3BCABEC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181A2D-5E8E-4401-B76B-43EFC4BEE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0FB49-864B-4C4D-B231-96B0CC02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6A0F69-0BD1-4B6D-8C9A-FE593360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669A2-7E44-4A03-BC19-5AA818E9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A098A-318F-477C-A518-DE9029E3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F342DE-9B5A-4B5A-8838-0EE5D15A0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D6F0A-4BCE-426E-AD55-413CDFECD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5C670-67FA-4549-87A1-464C98EC288F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1EFA0A-F4D0-40EE-8AE1-3D996A21B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33BCAC-77A9-4DE9-9A3E-B99883B33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B902-AEC4-4916-A88F-FBDED253CD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06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EBBD3-AA43-4033-9209-F03B986902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EF19D0-B833-4623-9E3F-5DB6A19A5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0603"/>
            <a:ext cx="9144000" cy="1655762"/>
          </a:xfrm>
        </p:spPr>
        <p:txBody>
          <a:bodyPr>
            <a:normAutofit lnSpcReduction="10000"/>
          </a:bodyPr>
          <a:lstStyle/>
          <a:p>
            <a:pPr algn="r"/>
            <a:endParaRPr lang="ru-RU" dirty="0"/>
          </a:p>
          <a:p>
            <a:pPr algn="r"/>
            <a:r>
              <a:rPr lang="en-US" dirty="0"/>
              <a:t>https://github.com/variichrodion/BV-621-C-Basics</a:t>
            </a:r>
            <a:endParaRPr lang="ru-RU" dirty="0"/>
          </a:p>
          <a:p>
            <a:pPr algn="r"/>
            <a:r>
              <a:rPr lang="ru-RU" dirty="0"/>
              <a:t>Практика</a:t>
            </a:r>
          </a:p>
          <a:p>
            <a:pPr algn="r"/>
            <a:r>
              <a:rPr lang="ru-RU" dirty="0"/>
              <a:t>13.07.2026</a:t>
            </a:r>
          </a:p>
        </p:txBody>
      </p:sp>
    </p:spTree>
    <p:extLst>
      <p:ext uri="{BB962C8B-B14F-4D97-AF65-F5344CB8AC3E}">
        <p14:creationId xmlns:p14="http://schemas.microsoft.com/office/powerpoint/2010/main" val="401859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90A62-8B48-4B01-BD70-7AA8EEAF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C7C055-4F3F-4B7E-A5AD-88E3009B2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Задача «Конвертер длины»</a:t>
            </a:r>
          </a:p>
          <a:p>
            <a:r>
              <a:rPr lang="ru-RU" dirty="0"/>
              <a:t>Задача «Точка на кольце»</a:t>
            </a:r>
            <a:endParaRPr lang="en-US" dirty="0"/>
          </a:p>
          <a:p>
            <a:r>
              <a:rPr lang="ru-RU" dirty="0"/>
              <a:t>Задача «Калькулятор+»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36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1AFDB-E43C-4CA1-A9E0-5CEE662D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F6734-248E-4B64-A9C3-AFCC1616B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На </a:t>
            </a:r>
            <a:r>
              <a:rPr lang="en-US" dirty="0" err="1"/>
              <a:t>github</a:t>
            </a:r>
            <a:r>
              <a:rPr lang="ru-RU" dirty="0"/>
              <a:t> выложен код </a:t>
            </a:r>
            <a:r>
              <a:rPr lang="en-US" dirty="0"/>
              <a:t>Circle</a:t>
            </a:r>
            <a:r>
              <a:rPr lang="ru-RU" dirty="0"/>
              <a:t>2</a:t>
            </a:r>
            <a:r>
              <a:rPr lang="en-US" dirty="0"/>
              <a:t>.cpp (</a:t>
            </a:r>
            <a:r>
              <a:rPr lang="ru-RU" dirty="0"/>
              <a:t>директория 07-13-2026</a:t>
            </a:r>
            <a:r>
              <a:rPr lang="en-US" dirty="0"/>
              <a:t>)</a:t>
            </a:r>
            <a:r>
              <a:rPr lang="ru-RU" dirty="0"/>
              <a:t>. Необходимо сделать так, чтобы ввод пользователя был в цикле (то есть чтобы программа не завершалась после первого вычисления). При вводе пользователя «0 0» программа выходит из цикла и завершает работу.</a:t>
            </a:r>
          </a:p>
        </p:txBody>
      </p:sp>
    </p:spTree>
    <p:extLst>
      <p:ext uri="{BB962C8B-B14F-4D97-AF65-F5344CB8AC3E}">
        <p14:creationId xmlns:p14="http://schemas.microsoft.com/office/powerpoint/2010/main" val="321370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7AFBA-7B39-4FFB-A72B-24382E90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«Конвертер длины»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13F0EF-FE41-4D5E-B1B0-B46895D50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612"/>
            <a:ext cx="10515600" cy="476922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Известно, что 1 дюйм равен 2.54 см. Разработать приложение, переводящие дюймы в сантиметры и наоборот. Диалог с пользователем реализовать через систему меню.</a:t>
            </a:r>
          </a:p>
          <a:p>
            <a:pPr marL="0" indent="0" algn="just">
              <a:buNone/>
            </a:pPr>
            <a:r>
              <a:rPr lang="ru-RU" i="1" dirty="0"/>
              <a:t>Задача со звёздочкой</a:t>
            </a:r>
            <a:r>
              <a:rPr lang="ru-RU" dirty="0"/>
              <a:t>: «обернуть» процесс конвертации с пользователем в цикл, чтобы программа не завершалась после первого вычисления. Назначить клавишу для выхода из программы. (Например, ввод пользователя равен </a:t>
            </a:r>
            <a:r>
              <a:rPr lang="en-US" dirty="0"/>
              <a:t>0.0</a:t>
            </a:r>
            <a:r>
              <a:rPr lang="ru-RU" dirty="0"/>
              <a:t>)</a:t>
            </a:r>
            <a:endParaRPr lang="en-US" dirty="0"/>
          </a:p>
          <a:p>
            <a:pPr marL="0" indent="0" algn="just">
              <a:buNone/>
            </a:pPr>
            <a:r>
              <a:rPr lang="ru-RU" i="1" dirty="0"/>
              <a:t>Задача со двумя звёздочками</a:t>
            </a:r>
            <a:r>
              <a:rPr lang="ru-RU" dirty="0"/>
              <a:t>: «обернуть» процесс диалога с пользователем в цикл, чтобы программа не завершалась после нескольких итераций однообразных вычислений. Назначить клавишу для выхода из программы. (Например, ввод пользователя равен «</a:t>
            </a:r>
            <a:r>
              <a:rPr lang="en-US" dirty="0"/>
              <a:t>0</a:t>
            </a:r>
            <a:r>
              <a:rPr lang="ru-RU" dirty="0"/>
              <a:t>»)</a:t>
            </a:r>
          </a:p>
        </p:txBody>
      </p:sp>
    </p:spTree>
    <p:extLst>
      <p:ext uri="{BB962C8B-B14F-4D97-AF65-F5344CB8AC3E}">
        <p14:creationId xmlns:p14="http://schemas.microsoft.com/office/powerpoint/2010/main" val="398747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9B7B6-2277-4D89-A22B-53126A3A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«Точка на кольце»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6A64661-C492-4C34-BABC-20D803DEA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ru-RU" dirty="0"/>
                  <a:t>На плоскости нарисовано кольцо с центром в точке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И радиусами границ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. На этой же плоскости дана точка с координатами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Необходимо</a:t>
                </a:r>
                <a:r>
                  <a:rPr lang="en-US" dirty="0"/>
                  <a:t> </a:t>
                </a:r>
                <a:r>
                  <a:rPr lang="ru-RU" dirty="0"/>
                  <a:t>определить, принадлежит ли эта точка кольцу. </a:t>
                </a:r>
                <a:r>
                  <a:rPr lang="ru-RU" b="1" dirty="0"/>
                  <a:t>Название</a:t>
                </a:r>
                <a:r>
                  <a:rPr lang="en-US" b="1" dirty="0"/>
                  <a:t> </a:t>
                </a:r>
                <a:r>
                  <a:rPr lang="ru-RU" b="1" dirty="0"/>
                  <a:t>проекта Circle2</a:t>
                </a:r>
                <a:r>
                  <a:rPr lang="en-US" dirty="0"/>
                  <a:t>.</a:t>
                </a:r>
                <a:endParaRPr lang="ru-RU" dirty="0"/>
              </a:p>
              <a:p>
                <a:pPr algn="just"/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6A64661-C492-4C34-BABC-20D803DEA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952DAC-3827-4928-8DFC-C4E318484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185" y="3533713"/>
            <a:ext cx="3321630" cy="295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5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DA32FD-6A62-49E6-A5D5-79B299C1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«Точка на кольце»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8F6413E-58BB-4748-AB24-37F38B2B9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Расстояние между точками: </a:t>
                </a:r>
                <a:endParaRPr lang="en-US" dirty="0"/>
              </a:p>
              <a:p>
                <a:pPr marL="0" indent="0" algn="just">
                  <a:buNone/>
                </a:pPr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  <a:p>
                <a:pPr marL="0" indent="0" algn="just">
                  <a:buNone/>
                </a:pPr>
                <a:endParaRPr lang="ru-RU" dirty="0"/>
              </a:p>
              <a:p>
                <a:pPr marL="0" indent="0" algn="just">
                  <a:buNone/>
                </a:pPr>
                <a:r>
                  <a:rPr lang="ru-RU" dirty="0"/>
                  <a:t>Математические функции:</a:t>
                </a:r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#include &lt;</a:t>
                </a:r>
                <a:r>
                  <a:rPr lang="en-US" dirty="0" err="1"/>
                  <a:t>cmath</a:t>
                </a:r>
                <a:r>
                  <a:rPr lang="en-US" dirty="0"/>
                  <a:t>&gt; // </a:t>
                </a:r>
                <a:r>
                  <a:rPr lang="ru-RU" dirty="0"/>
                  <a:t>библиотека С++</a:t>
                </a:r>
                <a:r>
                  <a:rPr lang="en-US" dirty="0"/>
                  <a:t> (&lt;</a:t>
                </a:r>
                <a:r>
                  <a:rPr lang="en-US" dirty="0" err="1"/>
                  <a:t>math.h</a:t>
                </a:r>
                <a:r>
                  <a:rPr lang="en-US" dirty="0"/>
                  <a:t>&gt; - </a:t>
                </a:r>
                <a:r>
                  <a:rPr lang="ru-RU" dirty="0"/>
                  <a:t>в Си</a:t>
                </a:r>
                <a:r>
                  <a:rPr lang="en-US" dirty="0"/>
                  <a:t>)</a:t>
                </a:r>
                <a:endParaRPr lang="ru-RU" dirty="0"/>
              </a:p>
              <a:p>
                <a:pPr marL="0" indent="0" algn="just">
                  <a:buNone/>
                </a:pPr>
                <a:r>
                  <a:rPr lang="en-US" b="1" dirty="0"/>
                  <a:t>pow</a:t>
                </a:r>
                <a:r>
                  <a:rPr lang="en-US" dirty="0"/>
                  <a:t>(</a:t>
                </a:r>
                <a:r>
                  <a:rPr lang="ru-RU" dirty="0"/>
                  <a:t>что возводим</a:t>
                </a:r>
                <a:r>
                  <a:rPr lang="en-US" dirty="0"/>
                  <a:t>, </a:t>
                </a:r>
                <a:r>
                  <a:rPr lang="ru-RU" dirty="0"/>
                  <a:t>степень</a:t>
                </a:r>
                <a:r>
                  <a:rPr lang="en-US" dirty="0"/>
                  <a:t>) – </a:t>
                </a:r>
                <a:r>
                  <a:rPr lang="ru-RU" dirty="0"/>
                  <a:t>возведение разности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во вторую степень</a:t>
                </a:r>
              </a:p>
              <a:p>
                <a:pPr marL="0" indent="0" algn="just">
                  <a:buNone/>
                </a:pPr>
                <a:r>
                  <a:rPr lang="en-US" b="1" dirty="0"/>
                  <a:t>sqrt</a:t>
                </a:r>
                <a:r>
                  <a:rPr lang="en-US" dirty="0"/>
                  <a:t>(</a:t>
                </a:r>
                <a:r>
                  <a:rPr lang="ru-RU" i="1" dirty="0"/>
                  <a:t>выражение</a:t>
                </a:r>
                <a:r>
                  <a:rPr lang="en-US" dirty="0"/>
                  <a:t>) – </a:t>
                </a:r>
                <a:r>
                  <a:rPr lang="ru-RU" dirty="0"/>
                  <a:t>вычисление квадратного корня</a:t>
                </a:r>
              </a:p>
              <a:p>
                <a:pPr marL="0" indent="0" algn="just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8F6413E-58BB-4748-AB24-37F38B2B9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790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08812-CA64-42E4-B191-61998677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«Калькулятор+»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79A0BC-34A7-49A5-80A4-80E17A0BF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Возьмём код калькулятора с прошлого домашнего задания. Необходимо «зациклить ввод»:</a:t>
            </a:r>
          </a:p>
          <a:p>
            <a:pPr marL="514350" indent="-514350" algn="just">
              <a:buAutoNum type="arabicPeriod"/>
            </a:pPr>
            <a:r>
              <a:rPr lang="ru-RU" dirty="0"/>
              <a:t>После очередного вычисления появляется главного меню. </a:t>
            </a:r>
          </a:p>
          <a:p>
            <a:pPr marL="514350" indent="-514350" algn="just">
              <a:buAutoNum type="arabicPeriod"/>
            </a:pPr>
            <a:r>
              <a:rPr lang="ru-RU" dirty="0"/>
              <a:t>Назначить символ «завершения» работы и написать пользователю, как выйти </a:t>
            </a:r>
            <a:r>
              <a:rPr lang="ru-RU"/>
              <a:t>из программы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29008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345</Words>
  <Application>Microsoft Office PowerPoint</Application>
  <PresentationFormat>Широкоэкранный</PresentationFormat>
  <Paragraphs>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Тема Office</vt:lpstr>
      <vt:lpstr>Основы программирования на языке C++</vt:lpstr>
      <vt:lpstr>Практика?</vt:lpstr>
      <vt:lpstr>Домашнее задание</vt:lpstr>
      <vt:lpstr>Задача «Конвертер длины»</vt:lpstr>
      <vt:lpstr>Задача «Точка на кольце»</vt:lpstr>
      <vt:lpstr>Задача «Точка на кольце»</vt:lpstr>
      <vt:lpstr>Задача «Калькулятор+»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teacher</cp:lastModifiedBy>
  <cp:revision>41</cp:revision>
  <dcterms:created xsi:type="dcterms:W3CDTF">2026-07-13T13:02:27Z</dcterms:created>
  <dcterms:modified xsi:type="dcterms:W3CDTF">2026-07-13T18:54:28Z</dcterms:modified>
</cp:coreProperties>
</file>