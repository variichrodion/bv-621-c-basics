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674EB-D906-4DB4-8182-EF559B783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466E1E-0D15-4364-9FAE-28FB88C3B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D656F-5A85-461A-BB36-E56CF769B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62EF3D-B37F-4944-8B4A-14E04EC6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DC42D0-DBD2-4143-90B8-BE1FC0A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02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74E6D6-C1E9-4D9D-A763-9BD8B69B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02E579-699B-4261-94F2-1E91CD79E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1E0011-FBB9-43FE-A970-B522817F5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46253-F029-4485-9E4B-FD6300FD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1C2F50-EE64-4D81-863E-F64CA4E8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33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C5A9E-D432-4D4D-BBEA-0BCE9596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6A26CD-30D4-4597-90F7-BE952FD7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51DAC6-E860-48BE-A1B2-0F3CA7AF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83B668-0744-46A2-9D96-707077E4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5188FC-FA1F-43EE-93C4-345D1013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5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E71F6-80E4-4D25-949A-C2979C72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6596EE-6EB7-48FD-8D8E-64A88C155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982AE0-722D-4001-B0FA-F2077DCEB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B19807-CA54-4EDE-9A90-26C890672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950484-0984-4550-B8EE-3C941314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3DB312-F80A-43A1-BF30-B2E4AEE5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816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75F7D-89EB-4241-9808-D05577D3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D728D2-F6F6-4EFD-8BFA-A5A432857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4987A0-490F-40C5-A512-E4CD9AD7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4CBEE5-B4CC-4507-8D68-D9A98E900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5EAB84-A1A7-4648-A2CB-B91B81A27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7EDE71-FD4F-49BE-A9A4-CF8AC039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B8DD99-81F6-49DB-B726-E4C59D34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82236F1-B379-4DFC-B967-8C34760B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1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C8C871-BC13-4A30-883E-A492AE28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EDBD2B-DE8F-47FD-BAC4-EA66771D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BA1A0B-8818-4CB6-8774-66854C81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815ED-E428-4EEA-ADFD-8595DF28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16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A2AE6E-1B8D-4AA4-A455-6170E56CB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C84AE2-C963-444C-9D39-8D33E0FC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523F96-AF94-4731-9C34-4244D3E4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41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6114B-1469-49B9-9ED5-001E19D1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B5457A-E736-4346-A511-34E6CEEAC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87EB9A-5808-4B29-BD9E-D559B44D2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3CFB10-2C59-4CD8-82DC-17F46CE1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4904DA-0F18-4246-816B-22BB7342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104270-8F31-4FDB-8FEB-0409F4B3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38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E9909-7439-4EE8-ADEE-1C689CF9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934EDFB-E047-4446-A64C-F7EF71FB4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3FE35E-5CF1-4FAC-93B9-C8D25D820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E5AF73-24FA-44FE-B26A-F25839F6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97F12C-67C4-4602-8023-0E108350C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B2168B-B074-41F6-97E6-FE72E166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475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8A6DC-EF38-4428-B8DC-FE6484C7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A1E4D3-DCF0-4FDA-84AC-528344098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D669E4-9286-42AB-ADF0-6B3023C8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9859A9-EDB1-4566-840C-2D3430BA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6AE39-71A8-4011-B61E-6AC9BC56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3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8F22DD3-45F4-4108-8123-2B64745A7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536ABA-09D4-4583-9A0B-580902798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9F9845-2184-4B16-9B45-46214462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2BB705-A139-4B83-95D4-8076563C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FD8B47-D85E-4D67-8719-D6A0832A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12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4A390-48D3-4887-ACB4-C7AA19C86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794ABF-D99B-4991-8735-EC93C0F56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101855-3554-4FF0-B5A8-8C608B00EF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F7092-8B82-4CCF-B5A0-9C078BD9ACA0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F9609-D915-4C71-A653-ACEFF410E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62C0D5-1BE6-45F6-A69E-F6C7D0F68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CB847-83C1-4DA4-A03D-97A1151DAD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84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978DB5-243B-4F41-8036-DE2E5D855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Основы программирования на языке </a:t>
            </a:r>
            <a:r>
              <a:rPr lang="en-US"/>
              <a:t>C++</a:t>
            </a:r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FA2794-F0AB-4401-A031-2DDDE0CDD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036762"/>
          </a:xfrm>
        </p:spPr>
        <p:txBody>
          <a:bodyPr>
            <a:normAutofit lnSpcReduction="10000"/>
          </a:bodyPr>
          <a:lstStyle/>
          <a:p>
            <a:endParaRPr lang="ru-RU" sz="1800" dirty="0"/>
          </a:p>
          <a:p>
            <a:pPr algn="r"/>
            <a:endParaRPr lang="ru-RU" sz="1800" dirty="0"/>
          </a:p>
          <a:p>
            <a:pPr algn="r"/>
            <a:r>
              <a:rPr lang="en-US" sz="2400" dirty="0"/>
              <a:t>https://github.com/variichrodion/BV-621-C-Basics</a:t>
            </a:r>
            <a:endParaRPr lang="ru-RU" sz="2400" dirty="0"/>
          </a:p>
          <a:p>
            <a:pPr algn="r"/>
            <a:r>
              <a:rPr lang="ru-RU" sz="2400" dirty="0"/>
              <a:t>Массивы. Практика</a:t>
            </a:r>
          </a:p>
          <a:p>
            <a:pPr algn="r"/>
            <a:r>
              <a:rPr lang="ru-RU" sz="2400" dirty="0"/>
              <a:t>2</a:t>
            </a:r>
            <a:r>
              <a:rPr lang="en-US" sz="2400" dirty="0"/>
              <a:t>2</a:t>
            </a:r>
            <a:r>
              <a:rPr lang="ru-RU" sz="2400" dirty="0"/>
              <a:t>.07.2026</a:t>
            </a:r>
          </a:p>
          <a:p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3728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7513B-3291-460C-BC12-78293B82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9DEC4D-8A67-4705-9D1C-64E8DDDC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Домашнее задание</a:t>
            </a:r>
          </a:p>
          <a:p>
            <a:pPr marL="514350" indent="-514350">
              <a:buAutoNum type="arabicPeriod"/>
            </a:pPr>
            <a:r>
              <a:rPr lang="ru-RU" dirty="0"/>
              <a:t>Задача «Сдвиг вправо»</a:t>
            </a:r>
          </a:p>
          <a:p>
            <a:pPr marL="514350" indent="-514350">
              <a:buAutoNum type="arabicPeriod"/>
            </a:pPr>
            <a:r>
              <a:rPr lang="ru-RU" dirty="0"/>
              <a:t>Задача «Скрещивание массивов»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Задача «Поиск повторений»</a:t>
            </a:r>
          </a:p>
          <a:p>
            <a:pPr marL="514350" indent="-514350">
              <a:buAutoNum type="arabicPeriod"/>
            </a:pPr>
            <a:endParaRPr lang="ru-RU" dirty="0"/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5786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139236-6C2A-4B26-AB90-44CCDD5B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236724"/>
            <a:ext cx="10515600" cy="1325563"/>
          </a:xfrm>
        </p:spPr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4AE31C-A3E6-4E8F-9F8A-507554A76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9" y="1562287"/>
            <a:ext cx="11510682" cy="5168994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b="1" i="0" dirty="0">
                <a:solidFill>
                  <a:srgbClr val="1A1A1A"/>
                </a:solidFill>
                <a:effectLst/>
              </a:rPr>
              <a:t>Анализ бюджета (Финансовый учёт)</a:t>
            </a:r>
            <a:endParaRPr lang="en-US" b="1" i="0" dirty="0">
              <a:solidFill>
                <a:srgbClr val="1A1A1A"/>
              </a:solidFill>
              <a:effectLst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b="0" i="0" dirty="0">
                <a:solidFill>
                  <a:srgbClr val="1A1A1A"/>
                </a:solidFill>
                <a:effectLst/>
              </a:rPr>
              <a:t>Представьте, что </a:t>
            </a:r>
            <a:r>
              <a:rPr lang="ru-RU" dirty="0">
                <a:solidFill>
                  <a:srgbClr val="1A1A1A"/>
                </a:solidFill>
              </a:rPr>
              <a:t>В</a:t>
            </a:r>
            <a:r>
              <a:rPr lang="ru-RU" b="0" i="0" dirty="0">
                <a:solidFill>
                  <a:srgbClr val="1A1A1A"/>
                </a:solidFill>
                <a:effectLst/>
              </a:rPr>
              <a:t>ы пишете мини-приложение для уч</a:t>
            </a:r>
            <a:r>
              <a:rPr lang="ru-RU" dirty="0">
                <a:solidFill>
                  <a:srgbClr val="1A1A1A"/>
                </a:solidFill>
              </a:rPr>
              <a:t>ё</a:t>
            </a:r>
            <a:r>
              <a:rPr lang="ru-RU" b="0" i="0" dirty="0">
                <a:solidFill>
                  <a:srgbClr val="1A1A1A"/>
                </a:solidFill>
                <a:effectLst/>
              </a:rPr>
              <a:t>та расходов. Пользователь вводит расходы за неделю (7 дней – массив из 7 элементов). Напишите программу, которая: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ru-RU" b="0" i="0" dirty="0">
                <a:solidFill>
                  <a:srgbClr val="1A1A1A"/>
                </a:solidFill>
                <a:effectLst/>
              </a:rPr>
              <a:t>1. Выводит общую сумму трат за неделю.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ru-RU" b="0" i="0" dirty="0">
                <a:solidFill>
                  <a:srgbClr val="1A1A1A"/>
                </a:solidFill>
                <a:effectLst/>
              </a:rPr>
              <a:t>2. Находит день с самыми большими тратами (выведите номер дня от 1 до 7 или название/индекс).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ru-RU" b="0" i="0" dirty="0">
                <a:solidFill>
                  <a:srgbClr val="1A1A1A"/>
                </a:solidFill>
                <a:effectLst/>
              </a:rPr>
              <a:t>3. Считает среднее значение ежедневных расходов.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ru-RU" b="0" i="0" dirty="0">
                <a:solidFill>
                  <a:srgbClr val="1A1A1A"/>
                </a:solidFill>
                <a:effectLst/>
              </a:rPr>
              <a:t>4. Выводит предупреждение в те дни, когда расходы были выше среднего (например: *"День 3: превышение среднего!"*).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ru-RU" b="0" i="0" dirty="0">
                <a:solidFill>
                  <a:srgbClr val="1A1A1A"/>
                </a:solidFill>
                <a:effectLst/>
              </a:rPr>
              <a:t>Пример вывода на следующем слайде</a:t>
            </a:r>
          </a:p>
        </p:txBody>
      </p:sp>
    </p:spTree>
    <p:extLst>
      <p:ext uri="{BB962C8B-B14F-4D97-AF65-F5344CB8AC3E}">
        <p14:creationId xmlns:p14="http://schemas.microsoft.com/office/powerpoint/2010/main" val="200164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F69FE-1090-4E46-82B3-0E43CA68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0729F13-0C65-4725-A4A2-1BC1D296D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Пример вывода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86D0142-4A4A-4438-A81B-545D7A101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5319"/>
            <a:ext cx="10515600" cy="340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26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ACE1C-B8BB-4866-B937-57EF891C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«Сдвиг вправо»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FB9D2A-3830-479B-8DC8-B3D727B9C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Дан массив размером </a:t>
            </a:r>
            <a:r>
              <a:rPr lang="en-US" dirty="0"/>
              <a:t>N (</a:t>
            </a:r>
            <a:r>
              <a:rPr lang="ru-RU" dirty="0"/>
              <a:t>от 5 до 10</a:t>
            </a:r>
            <a:r>
              <a:rPr lang="en-US" dirty="0"/>
              <a:t>)</a:t>
            </a:r>
            <a:r>
              <a:rPr lang="ru-RU" dirty="0"/>
              <a:t>. Дано число </a:t>
            </a:r>
            <a:r>
              <a:rPr lang="en-US" dirty="0"/>
              <a:t>S</a:t>
            </a:r>
            <a:r>
              <a:rPr lang="ru-RU" dirty="0"/>
              <a:t>. Сдвинуть все элементы массива на </a:t>
            </a:r>
            <a:r>
              <a:rPr lang="en-US" dirty="0"/>
              <a:t>S </a:t>
            </a:r>
            <a:r>
              <a:rPr lang="ru-RU" dirty="0"/>
              <a:t>позиций вправо.</a:t>
            </a:r>
          </a:p>
          <a:p>
            <a:pPr marL="0" indent="0" algn="just">
              <a:buNone/>
            </a:pPr>
            <a:r>
              <a:rPr lang="ru-RU" dirty="0"/>
              <a:t>Пример: 	</a:t>
            </a:r>
            <a:r>
              <a:rPr lang="en-US" dirty="0"/>
              <a:t>a[5] = {1, 2, 3, 4, 5}; s = 2;</a:t>
            </a:r>
          </a:p>
          <a:p>
            <a:pPr marL="0" indent="0" algn="just">
              <a:buNone/>
            </a:pPr>
            <a:r>
              <a:rPr lang="ru-RU" dirty="0"/>
              <a:t>Итог:		</a:t>
            </a:r>
            <a:r>
              <a:rPr lang="en-US" dirty="0"/>
              <a:t>b[5] = {</a:t>
            </a:r>
            <a:r>
              <a:rPr lang="ru-RU" dirty="0"/>
              <a:t>4, </a:t>
            </a:r>
            <a:r>
              <a:rPr lang="en-US" dirty="0"/>
              <a:t>5, 1, 2, 3}.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4603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CEF486-F400-4477-ABB3-80E9F431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«Скрещивание массивов»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A1A50-5A44-4FE9-B716-727740E1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Заполнить два целочисленных массива A[10] и B[10]. Сформировать третий массив X[20], элементы которого будут взяты из A и B в порядке:</a:t>
            </a:r>
            <a:endParaRPr lang="en-US" dirty="0"/>
          </a:p>
          <a:p>
            <a:pPr marL="0" indent="0" algn="just">
              <a:buNone/>
            </a:pPr>
            <a:r>
              <a:rPr lang="ru-RU" dirty="0"/>
              <a:t>а) следования (a0, a1, a2,…, a9, b0, b1, b2,…, b9)</a:t>
            </a:r>
            <a:r>
              <a:rPr lang="en-US" dirty="0"/>
              <a:t>;</a:t>
            </a:r>
            <a:r>
              <a:rPr lang="ru-RU" dirty="0"/>
              <a:t> </a:t>
            </a:r>
            <a:endParaRPr lang="en-US" dirty="0"/>
          </a:p>
          <a:p>
            <a:pPr marL="0" indent="0" algn="just">
              <a:buNone/>
            </a:pPr>
            <a:r>
              <a:rPr lang="ru-RU" dirty="0"/>
              <a:t>б) чередования (a0, b0, a1, b1, a2, b2, …, a9, b9)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3935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75D03-E9D1-4CCF-A044-C0CA06F2E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«Поиск повторений»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CB5240-0FD6-49E5-A050-8C64B079D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Написать программу, которая находит в массиве значения, повторяющиеся два и более раз, и показывает их на экран.</a:t>
            </a:r>
          </a:p>
        </p:txBody>
      </p:sp>
    </p:spTree>
    <p:extLst>
      <p:ext uri="{BB962C8B-B14F-4D97-AF65-F5344CB8AC3E}">
        <p14:creationId xmlns:p14="http://schemas.microsoft.com/office/powerpoint/2010/main" val="39613417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324</Words>
  <Application>Microsoft Office PowerPoint</Application>
  <PresentationFormat>Широкоэкранный</PresentationFormat>
  <Paragraphs>32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Основы программирования на языке C++</vt:lpstr>
      <vt:lpstr>План презентации</vt:lpstr>
      <vt:lpstr>Домашнее задание</vt:lpstr>
      <vt:lpstr>Домашнее задание</vt:lpstr>
      <vt:lpstr>Задача «Сдвиг вправо»</vt:lpstr>
      <vt:lpstr>Задача «Скрещивание массивов»</vt:lpstr>
      <vt:lpstr>Задача «Поиск повторений»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языке C++</dc:title>
  <dc:creator>varitch.rodion.2@gmail.com</dc:creator>
  <cp:lastModifiedBy>teacher</cp:lastModifiedBy>
  <cp:revision>29</cp:revision>
  <dcterms:created xsi:type="dcterms:W3CDTF">2026-07-22T02:37:40Z</dcterms:created>
  <dcterms:modified xsi:type="dcterms:W3CDTF">2026-07-22T18:54:19Z</dcterms:modified>
</cp:coreProperties>
</file>