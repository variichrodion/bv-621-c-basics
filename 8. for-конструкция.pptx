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9" r:id="rId11"/>
    <p:sldId id="264" r:id="rId12"/>
    <p:sldId id="268" r:id="rId13"/>
    <p:sldId id="267" r:id="rId14"/>
    <p:sldId id="270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EBF13285-5894-4382-956D-1CBACC4B5A6E}">
          <p14:sldIdLst>
            <p14:sldId id="256"/>
            <p14:sldId id="257"/>
          </p14:sldIdLst>
        </p14:section>
        <p14:section name="Домашнее задание" id="{B5FDD4F5-E1FE-4834-98EA-A2AFD19C4948}">
          <p14:sldIdLst>
            <p14:sldId id="265"/>
          </p14:sldIdLst>
        </p14:section>
        <p14:section name="Конструкция цикла for" id="{8E777558-6C05-4F18-AAC5-04B057E03F32}">
          <p14:sldIdLst>
            <p14:sldId id="258"/>
            <p14:sldId id="259"/>
          </p14:sldIdLst>
        </p14:section>
        <p14:section name="Особенности конструкции for" id="{AD8778BA-BCE6-47F0-BF01-C6348BD6AAD4}">
          <p14:sldIdLst>
            <p14:sldId id="260"/>
            <p14:sldId id="261"/>
            <p14:sldId id="262"/>
            <p14:sldId id="263"/>
            <p14:sldId id="269"/>
          </p14:sldIdLst>
        </p14:section>
        <p14:section name="Оператор break" id="{16802029-BA64-4BB8-8224-04E4C3BB714A}">
          <p14:sldIdLst>
            <p14:sldId id="264"/>
            <p14:sldId id="268"/>
            <p14:sldId id="267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F4AE70-CF5E-495C-8718-B50F0E6F2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126DEC4-A73E-4C6B-B7B3-EC08FB51DB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0CBD36-BDFA-4DC4-AD72-6F649DA9B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9D72-8970-4137-A191-C4118ADE1CBB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5C9E07-6CC0-43A2-8E40-55BCC39AF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860A54-2812-4BBA-8F4E-519254D13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2F712-29A9-4B4D-A3A9-429E37E54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5366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7E590D-BFBC-4ECE-8119-7D82192C9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75BCD1-D951-41C7-B938-55283CF5A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2FC417-DC13-49D5-B262-9CFE6A472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9D72-8970-4137-A191-C4118ADE1CBB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C96D5C-DE30-4A23-95F8-7D5FB43B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EC7B7D-F91F-4A1F-9440-2946E3563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2F712-29A9-4B4D-A3A9-429E37E54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9136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3E0013-9052-4C25-9AFB-AB3ED27C0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4581C6E-51E3-4171-9148-95BA588D4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4B187C-E511-47CE-A10E-81BC36A6A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9D72-8970-4137-A191-C4118ADE1CBB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097808-12DC-42DB-9AD9-4A0A2B04E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EE8E99-F14C-4C34-8043-3B93D78C4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2F712-29A9-4B4D-A3A9-429E37E54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107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A656EC-288A-4F06-9104-551FB7310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7B2F1E-AF82-449E-85EB-4EC0AE1890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B2A649A-4E48-41A3-B411-4928B05AB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38B923C-7C13-4615-BED4-5A7F3CFC8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9D72-8970-4137-A191-C4118ADE1CBB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8AA1C6-9656-4BE9-9355-99A02C503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7B4D7E-58EA-4238-9F8B-1F98F616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2F712-29A9-4B4D-A3A9-429E37E54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2645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3A1905-51ED-4184-9B3A-2DFEDFF45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BF64D5-CDAA-4359-BE81-B61BE6870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6B1B2F7-9C7E-4166-82B8-43035FEA5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22A2F96-1782-45D7-92C7-EFEB62DE8D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BFF115A-4C73-4931-8BC1-B9A277CC60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D360332-84BA-48E1-A23D-F8640465D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9D72-8970-4137-A191-C4118ADE1CBB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B16C7FB-6300-401D-B5E1-1BC08E4A2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1373D31-5533-4E66-8F13-A00B9EECA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2F712-29A9-4B4D-A3A9-429E37E54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5968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E2EE9F-CFFD-483E-A9C4-7942BA3E5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9A28186-E705-4F59-81AF-A06F235E6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9D72-8970-4137-A191-C4118ADE1CBB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3A746A5-3864-433C-A38D-BEAA25A36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2E54F00-4E9A-4B5A-BE2C-3FE52245D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2F712-29A9-4B4D-A3A9-429E37E54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1360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45849B8-BB73-4F93-A71E-1B1618EA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9D72-8970-4137-A191-C4118ADE1CBB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491BDF7-7B76-46E4-A084-A3AD389E5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FF55AC-D5E4-4CB1-8D7F-40ACCCF2F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2F712-29A9-4B4D-A3A9-429E37E54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9958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9EFA3F-7A25-46D1-9807-C5FA4CAE7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72905A-A7BE-41B3-A270-534FB06E3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9389159-0FF6-4CE8-A31A-71F022695B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FE90F32-DB6D-4379-9A1F-1B43EB367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9D72-8970-4137-A191-C4118ADE1CBB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A1E646C-3D12-4C1A-BD92-6E6B9007A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6E7DA7-79A8-467A-B775-034195AE6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2F712-29A9-4B4D-A3A9-429E37E54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4596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BC0C2E-E6C4-40BA-8658-C6BE77A82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6160049-131C-48C9-A2E1-D83B8EC199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4BEE2BD-8E71-4618-B201-3B6D504C58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9441D06-0493-4365-8071-02176CE09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9D72-8970-4137-A191-C4118ADE1CBB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A6DD536-B2E0-4750-AD59-341E44224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2137D15-FF2F-49E3-AF2B-1DE2A84E9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2F712-29A9-4B4D-A3A9-429E37E54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9978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D98932-2D61-4C38-8E09-DB6CC7704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650E7C3-218D-4AF7-B9B3-37E643094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A6ED7C-3595-4248-971F-952F02180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9D72-8970-4137-A191-C4118ADE1CBB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8FF26F-AF74-4481-B617-BB90D61D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B35517-BBCB-44F5-89A6-0B35EB8F9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2F712-29A9-4B4D-A3A9-429E37E54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359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7B88763-5076-4EF6-8624-41F8800F7F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818DED9-5B5F-4D85-8BEB-CC9738746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1955ED-1939-419E-A217-E702B7EA1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59D72-8970-4137-A191-C4118ADE1CBB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ECF53D-0890-4A1D-AA7B-87812322A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861D067-8FED-42BA-8BD2-24D175F90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2F712-29A9-4B4D-A3A9-429E37E54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3204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75B7C3-93CB-48A3-8846-A8975ECD4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F7559B-63E8-4792-A37B-6B2C05C2C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804443-B8D7-40C4-9116-CA50E434B9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59D72-8970-4137-A191-C4118ADE1CBB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4FAB0B-1B91-406E-9E48-75A3B4EDAF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10E9EA-33F4-45E4-9328-97BF315777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2F712-29A9-4B4D-A3A9-429E37E543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353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38E233-DC7B-437A-9A34-BF63E5BA5E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Основы программирования на языке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FF87999-C0A5-4C4E-B617-5A46E63419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 lnSpcReduction="10000"/>
          </a:bodyPr>
          <a:lstStyle/>
          <a:p>
            <a:pPr algn="r"/>
            <a:endParaRPr lang="ru-RU" dirty="0"/>
          </a:p>
          <a:p>
            <a:pPr algn="r"/>
            <a:r>
              <a:rPr lang="en-US" dirty="0"/>
              <a:t>https://github.com/variichrodion/BV-621-C-Basics</a:t>
            </a:r>
            <a:endParaRPr lang="ru-RU" dirty="0"/>
          </a:p>
          <a:p>
            <a:pPr algn="r"/>
            <a:r>
              <a:rPr lang="ru-RU" dirty="0"/>
              <a:t>Практика</a:t>
            </a:r>
          </a:p>
          <a:p>
            <a:pPr algn="r"/>
            <a:r>
              <a:rPr lang="ru-RU" dirty="0"/>
              <a:t>17.07.2026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1104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D4A454-C2C0-4A46-9199-2EC6A1472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презентации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18B7B1-2A44-48A6-92B1-9DD20673A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Домашнее задание</a:t>
            </a:r>
          </a:p>
          <a:p>
            <a:r>
              <a:rPr lang="ru-RU" dirty="0"/>
              <a:t>Конструкция цикла</a:t>
            </a:r>
            <a:r>
              <a:rPr lang="en-US" dirty="0"/>
              <a:t> for + </a:t>
            </a:r>
            <a:r>
              <a:rPr lang="ru-RU" dirty="0"/>
              <a:t>пример</a:t>
            </a:r>
          </a:p>
          <a:p>
            <a:r>
              <a:rPr lang="ru-RU" dirty="0"/>
              <a:t>Особенности конструкции</a:t>
            </a:r>
          </a:p>
          <a:p>
            <a:r>
              <a:rPr lang="ru-RU" dirty="0"/>
              <a:t>Операторы</a:t>
            </a:r>
            <a:r>
              <a:rPr lang="en-US" dirty="0"/>
              <a:t> break </a:t>
            </a:r>
            <a:r>
              <a:rPr lang="ru-RU" dirty="0"/>
              <a:t>и </a:t>
            </a:r>
            <a:r>
              <a:rPr lang="en-US" dirty="0"/>
              <a:t>continue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6167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F0E3AE-825E-4142-8C25-99BE1C2B9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Домашнее 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AB7D61-69E1-412A-B0B0-9954B1846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0894"/>
            <a:ext cx="10515600" cy="50650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/>
              <a:t>0.   Ознакомиться с презентацией</a:t>
            </a:r>
          </a:p>
          <a:p>
            <a:pPr marL="0" indent="0">
              <a:buNone/>
            </a:pPr>
            <a:r>
              <a:rPr lang="ru-RU" sz="2400" dirty="0"/>
              <a:t>	В каждой задаче необходимо использование цикла </a:t>
            </a:r>
            <a:r>
              <a:rPr lang="en-US" sz="2400" b="1" dirty="0"/>
              <a:t>for</a:t>
            </a:r>
            <a:r>
              <a:rPr lang="en-US" sz="2400" dirty="0"/>
              <a:t>!</a:t>
            </a:r>
            <a:endParaRPr lang="ru-RU" sz="2400" dirty="0"/>
          </a:p>
          <a:p>
            <a:pPr marL="514350" indent="-514350" algn="just">
              <a:buAutoNum type="arabicPeriod"/>
            </a:pPr>
            <a:r>
              <a:rPr lang="ru-RU" sz="2400" dirty="0"/>
              <a:t>Пользователь с клавиатуры последовательно вводит целые числа. Как только пользователь ввёл 0, необходимо показать на экран сумму всех введённых чисел.</a:t>
            </a:r>
          </a:p>
          <a:p>
            <a:pPr marL="457200" lvl="1" indent="0" algn="just">
              <a:buNone/>
            </a:pPr>
            <a:r>
              <a:rPr lang="ru-RU" sz="2000" dirty="0"/>
              <a:t>	Пример. Ввод: 6 3 5 2 0. 	Вывод: 16.</a:t>
            </a:r>
            <a:endParaRPr lang="en-US" sz="2000" dirty="0"/>
          </a:p>
          <a:p>
            <a:pPr marL="514350" indent="-514350" algn="just">
              <a:buAutoNum type="arabicPeriod"/>
            </a:pPr>
            <a:r>
              <a:rPr lang="ru-RU" sz="2400" dirty="0"/>
              <a:t>Пользователь вводит с клавиатуры число больше нуля,</a:t>
            </a:r>
            <a:r>
              <a:rPr lang="en-US" sz="2400" dirty="0"/>
              <a:t> </a:t>
            </a:r>
            <a:r>
              <a:rPr lang="ru-RU" sz="2400" dirty="0"/>
              <a:t>необходимо вывести все его цифры, начиная с конца.</a:t>
            </a:r>
          </a:p>
          <a:p>
            <a:pPr marL="457200" lvl="1" indent="0" algn="just">
              <a:buNone/>
            </a:pPr>
            <a:r>
              <a:rPr lang="ru-RU" sz="2000" dirty="0"/>
              <a:t>	Пример. Ввод: 12345. 	Вывод: 54321.</a:t>
            </a:r>
          </a:p>
          <a:p>
            <a:pPr marL="514350" indent="-514350" algn="just">
              <a:buAutoNum type="arabicPeriod"/>
            </a:pPr>
            <a:r>
              <a:rPr lang="ru-RU" sz="2400" dirty="0"/>
              <a:t>В первый день улитка проползла 15 см. Каждый следующий день она проползала на 2 см дальше. Определить какое общее расстояние проползёт улитка через N дней. Количество дней задаёт пользователь с клавиатуры</a:t>
            </a:r>
          </a:p>
          <a:p>
            <a:pPr marL="457200" lvl="1" indent="0" algn="just">
              <a:buNone/>
            </a:pPr>
            <a:r>
              <a:rPr lang="ru-RU" sz="2000" dirty="0"/>
              <a:t>	Пример. Ввод: 4.		Вывод: 72.</a:t>
            </a:r>
            <a:endParaRPr lang="en-US" sz="2000" dirty="0"/>
          </a:p>
          <a:p>
            <a:pPr marL="457200" lvl="1" indent="0" algn="just">
              <a:buNone/>
            </a:pPr>
            <a:r>
              <a:rPr lang="ru-RU" sz="2000"/>
              <a:t>		(15+17+19+21 = 72)</a:t>
            </a:r>
            <a:r>
              <a:rPr lang="en-US" sz="20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497139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9F1456-5BA4-4D6E-8D01-827DA2B9A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Конструкция цикла </a:t>
            </a:r>
            <a:r>
              <a:rPr lang="en-US" dirty="0"/>
              <a:t>for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99C31C-A76D-4A51-8E67-A631F7604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Принцип выполнения цикла</a:t>
            </a:r>
          </a:p>
          <a:p>
            <a:pPr marL="514350" indent="-514350">
              <a:buAutoNum type="arabicPeriod"/>
            </a:pPr>
            <a:r>
              <a:rPr lang="ru-RU" dirty="0"/>
              <a:t>Инициализация переменной</a:t>
            </a:r>
          </a:p>
          <a:p>
            <a:pPr marL="514350" indent="-514350">
              <a:buAutoNum type="arabicPeriod"/>
            </a:pPr>
            <a:r>
              <a:rPr lang="ru-RU" dirty="0"/>
              <a:t>Проверка условия</a:t>
            </a:r>
          </a:p>
          <a:p>
            <a:pPr marL="514350" indent="-514350">
              <a:buAutoNum type="arabicPeriod"/>
            </a:pPr>
            <a:r>
              <a:rPr lang="ru-RU" dirty="0"/>
              <a:t>Выполнения тела цикла, если условие выполнено</a:t>
            </a:r>
          </a:p>
          <a:p>
            <a:pPr marL="514350" indent="-514350">
              <a:buAutoNum type="arabicPeriod"/>
            </a:pPr>
            <a:r>
              <a:rPr lang="ru-RU" dirty="0"/>
              <a:t>Если условие ложно – выполнение оператора </a:t>
            </a:r>
            <a:r>
              <a:rPr lang="ru-RU" b="1" dirty="0"/>
              <a:t>за</a:t>
            </a:r>
            <a:r>
              <a:rPr lang="ru-RU" dirty="0"/>
              <a:t> циклом</a:t>
            </a:r>
          </a:p>
          <a:p>
            <a:pPr marL="514350" indent="-514350">
              <a:buAutoNum type="arabicPeriod"/>
            </a:pPr>
            <a:r>
              <a:rPr lang="ru-RU" dirty="0"/>
              <a:t>Если условие истинно – изменение переменной</a:t>
            </a:r>
          </a:p>
          <a:p>
            <a:pPr marL="514350" indent="-514350">
              <a:buAutoNum type="arabicPeriod"/>
            </a:pPr>
            <a:r>
              <a:rPr lang="ru-RU" dirty="0"/>
              <a:t>Переход к проверке условия (второй пункт)</a:t>
            </a:r>
          </a:p>
          <a:p>
            <a:pPr marL="0" indent="0">
              <a:buNone/>
            </a:pPr>
            <a:endParaRPr lang="ru-RU" dirty="0"/>
          </a:p>
          <a:p>
            <a:pPr marL="514350" indent="-514350">
              <a:buAutoNum type="arabicPeriod"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A456FE8-20F2-485C-857A-C10F90AB4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56273"/>
            <a:ext cx="10515600" cy="103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361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10A5BA-9246-450E-A0FF-F7E1D133C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Простой пример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2C72316-7CCD-4719-82E2-426FB9567F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2123" y="1408003"/>
            <a:ext cx="9587753" cy="3012466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58D6403-119C-4D2E-9E02-7F620C4C6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201" y="4420469"/>
            <a:ext cx="3197598" cy="2307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241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7A6372-5E7C-45E5-8F9A-C356B35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конструкции</a:t>
            </a:r>
            <a:r>
              <a:rPr lang="en-US" dirty="0"/>
              <a:t> for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961ECE-8481-42A9-BC82-AA6125B24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618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Объявление прямо в цикле. В подавляющем большинстве случаев для цикла </a:t>
            </a:r>
            <a:r>
              <a:rPr lang="en-US" dirty="0"/>
              <a:t>for </a:t>
            </a:r>
            <a:r>
              <a:rPr lang="ru-RU" dirty="0"/>
              <a:t>необходим счётчик. Такой счётчик можно создавать не перед циклом, а прямо в конструкции: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/>
              <a:t>Это самый часто встречающийся способ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003A95B-DCED-47F2-9908-6FA4F55DF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247" y="3164497"/>
            <a:ext cx="8507506" cy="280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800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B26B83-D1A5-431E-A612-833E83692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конструкции</a:t>
            </a:r>
            <a:r>
              <a:rPr lang="en-US" dirty="0"/>
              <a:t> for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506E6B-F0F1-4F58-AE64-D513AE786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24799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Если переменная-счётчик уже </a:t>
            </a:r>
            <a:r>
              <a:rPr lang="ru-RU" i="1" dirty="0"/>
              <a:t>объявлена</a:t>
            </a:r>
            <a:r>
              <a:rPr lang="ru-RU" dirty="0"/>
              <a:t> и </a:t>
            </a:r>
            <a:r>
              <a:rPr lang="ru-RU" i="1" dirty="0"/>
              <a:t>инициализирована </a:t>
            </a:r>
            <a:r>
              <a:rPr lang="ru-RU" dirty="0"/>
              <a:t>нужным значением, то начальное значение для неё можно не указывать в цикле: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sz="2400" i="1" dirty="0"/>
              <a:t>Как программа понимает, какая переменная используется в качестве счётчика?..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C91195B-DF2E-447C-A8A5-4F314F1C0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247" y="2935569"/>
            <a:ext cx="9269506" cy="294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308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33B3A0-94DA-404B-82BE-E24F09003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конструкции</a:t>
            </a:r>
            <a:r>
              <a:rPr lang="en-US" dirty="0"/>
              <a:t> for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6C7076-4FFE-40AE-B1FE-5E9AF94A5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Можно вынести изменение параметра в тело цикла (как это работает в </a:t>
            </a:r>
            <a:r>
              <a:rPr lang="en-US" dirty="0"/>
              <a:t>while</a:t>
            </a:r>
            <a:r>
              <a:rPr lang="ru-RU" dirty="0"/>
              <a:t> и</a:t>
            </a:r>
            <a:r>
              <a:rPr lang="en-US" dirty="0"/>
              <a:t> do-while</a:t>
            </a:r>
            <a:r>
              <a:rPr lang="ru-RU" dirty="0"/>
              <a:t>):</a:t>
            </a:r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DBEC364-AF3D-4C31-8553-A3D6D73F2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89391"/>
            <a:ext cx="10663517" cy="324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911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6D3869-0362-47F7-B5C0-C73572B98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Особенности конструкции</a:t>
            </a:r>
            <a:r>
              <a:rPr lang="en-US" dirty="0"/>
              <a:t> for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179D5C-AAF8-470B-A9E0-3F86BE16B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Можно таким же образом убрать условие продолжение цикла. Работать </a:t>
            </a:r>
            <a:r>
              <a:rPr lang="en-US" dirty="0"/>
              <a:t>for </a:t>
            </a:r>
            <a:r>
              <a:rPr lang="ru-RU" dirty="0"/>
              <a:t>будет аналогично конструкции </a:t>
            </a:r>
            <a:r>
              <a:rPr lang="en-US" i="1" dirty="0"/>
              <a:t>while(true)</a:t>
            </a:r>
            <a:r>
              <a:rPr lang="en-US" dirty="0"/>
              <a:t>, </a:t>
            </a:r>
            <a:r>
              <a:rPr lang="ru-RU" dirty="0"/>
              <a:t>превратившись в вечный цикл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23841CC-1C28-49B1-9629-3E6C89A7F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385" y="3348819"/>
            <a:ext cx="10453229" cy="2828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806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3F4AB9-A5C0-4726-B6C3-F5E3AC642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9344E0-BD64-4309-96AC-AD35F6D01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Вывести таблицу умножения от 1 до 10 с помощью конструкции </a:t>
            </a:r>
            <a:r>
              <a:rPr lang="en-US" dirty="0"/>
              <a:t>for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Код в директории </a:t>
            </a:r>
            <a:r>
              <a:rPr lang="ru-RU" i="1" dirty="0">
                <a:solidFill>
                  <a:schemeClr val="bg1">
                    <a:lumMod val="95000"/>
                  </a:schemeClr>
                </a:solidFill>
              </a:rPr>
              <a:t>«07-17-2026 Цикл </a:t>
            </a:r>
            <a:r>
              <a:rPr lang="en-US" i="1" dirty="0">
                <a:solidFill>
                  <a:schemeClr val="bg1">
                    <a:lumMod val="95000"/>
                  </a:schemeClr>
                </a:solidFill>
              </a:rPr>
              <a:t>for</a:t>
            </a:r>
            <a:r>
              <a:rPr lang="ru-RU" i="1" dirty="0">
                <a:solidFill>
                  <a:schemeClr val="bg1">
                    <a:lumMod val="95000"/>
                  </a:schemeClr>
                </a:solidFill>
              </a:rPr>
              <a:t>»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файл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mult_table_for.cpp</a:t>
            </a:r>
            <a:endParaRPr lang="ru-RU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412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7E17F1-42F9-46A3-96F7-F24303B2B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 </a:t>
            </a:r>
            <a:r>
              <a:rPr lang="en-US" b="1" dirty="0"/>
              <a:t>break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F21FDE-3EEB-4DD8-902B-9AEF19EF6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3671"/>
            <a:ext cx="10515600" cy="4518492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Break [</a:t>
            </a:r>
            <a:r>
              <a:rPr lang="ru-RU" dirty="0" err="1"/>
              <a:t>брэйк</a:t>
            </a:r>
            <a:r>
              <a:rPr lang="en-US" dirty="0"/>
              <a:t>] (</a:t>
            </a:r>
            <a:r>
              <a:rPr lang="ru-RU" dirty="0"/>
              <a:t>от англ. – остановить</a:t>
            </a:r>
            <a:r>
              <a:rPr lang="en-US" dirty="0"/>
              <a:t>)</a:t>
            </a:r>
            <a:endParaRPr lang="ru-RU" dirty="0"/>
          </a:p>
          <a:p>
            <a:pPr marL="0" indent="0" algn="just">
              <a:buNone/>
            </a:pPr>
            <a:r>
              <a:rPr lang="ru-RU" dirty="0"/>
              <a:t>Данный оператор знаком вам благодаря конструкции </a:t>
            </a:r>
            <a:r>
              <a:rPr lang="en-US" dirty="0"/>
              <a:t>switch-case. </a:t>
            </a:r>
            <a:r>
              <a:rPr lang="ru-RU" dirty="0"/>
              <a:t>В рамках работы цикла он помогает принудительно завершить работу </a:t>
            </a:r>
            <a:r>
              <a:rPr lang="ru-RU" b="1" dirty="0"/>
              <a:t>всего </a:t>
            </a:r>
            <a:r>
              <a:rPr lang="ru-RU" dirty="0"/>
              <a:t>цикла.</a:t>
            </a:r>
            <a:r>
              <a:rPr lang="en-US" dirty="0"/>
              <a:t> </a:t>
            </a:r>
            <a:r>
              <a:rPr lang="ru-RU" dirty="0"/>
              <a:t>В данном примере цикл завершит работу, когда будет заполнено 10 корзинок: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248880-AE44-496C-AAAF-3441A92A7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917" y="3515855"/>
            <a:ext cx="9610165" cy="3109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054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CC5F5B-A6D0-42BE-96B8-3DD56AD3B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с угадыванием числа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E6CF85-670D-476B-BA01-902699269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Переписать код </a:t>
            </a:r>
            <a:r>
              <a:rPr lang="en-US" dirty="0"/>
              <a:t>secret.cpp </a:t>
            </a:r>
            <a:r>
              <a:rPr lang="ru-RU" dirty="0"/>
              <a:t>с помощью цикла </a:t>
            </a:r>
            <a:r>
              <a:rPr lang="en-US" dirty="0"/>
              <a:t>for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Код в директории </a:t>
            </a:r>
            <a:r>
              <a:rPr lang="ru-RU" i="1" dirty="0">
                <a:solidFill>
                  <a:schemeClr val="bg1">
                    <a:lumMod val="95000"/>
                  </a:schemeClr>
                </a:solidFill>
              </a:rPr>
              <a:t>«07-17-2026 Цикл </a:t>
            </a:r>
            <a:r>
              <a:rPr lang="en-US" i="1" dirty="0">
                <a:solidFill>
                  <a:schemeClr val="bg1">
                    <a:lumMod val="95000"/>
                  </a:schemeClr>
                </a:solidFill>
              </a:rPr>
              <a:t>for</a:t>
            </a:r>
            <a:r>
              <a:rPr lang="ru-RU" i="1" dirty="0">
                <a:solidFill>
                  <a:schemeClr val="bg1">
                    <a:lumMod val="95000"/>
                  </a:schemeClr>
                </a:solidFill>
              </a:rPr>
              <a:t>»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</a:rPr>
              <a:t>файл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secret_for.cpp</a:t>
            </a:r>
            <a:endParaRPr lang="ru-RU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06216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FC6882-8BD0-45AF-BF5A-92DA1D60B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Оператор </a:t>
            </a:r>
            <a:r>
              <a:rPr lang="en-US" b="1" dirty="0"/>
              <a:t>continue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37C83E-59CB-4EF7-A4A8-F7E45A729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Continue [</a:t>
            </a:r>
            <a:r>
              <a:rPr lang="ru-RU" dirty="0" err="1"/>
              <a:t>конт</a:t>
            </a:r>
            <a:r>
              <a:rPr lang="ru-RU" b="1" dirty="0" err="1"/>
              <a:t>И</a:t>
            </a:r>
            <a:r>
              <a:rPr lang="ru-RU" dirty="0" err="1"/>
              <a:t>нью</a:t>
            </a:r>
            <a:r>
              <a:rPr lang="en-US" dirty="0"/>
              <a:t>] (</a:t>
            </a:r>
            <a:r>
              <a:rPr lang="ru-RU" dirty="0"/>
              <a:t>от англ. – продолжить)</a:t>
            </a:r>
          </a:p>
          <a:p>
            <a:pPr marL="0" indent="0" algn="just">
              <a:buNone/>
            </a:pPr>
            <a:r>
              <a:rPr lang="ru-RU" dirty="0"/>
              <a:t>Это новый для вас оператор. В отличие от </a:t>
            </a:r>
            <a:r>
              <a:rPr lang="en-US" dirty="0"/>
              <a:t>break</a:t>
            </a:r>
            <a:r>
              <a:rPr lang="ru-RU" dirty="0"/>
              <a:t> данный оператор принудительно останавливает работу </a:t>
            </a:r>
            <a:r>
              <a:rPr lang="ru-RU" i="1" dirty="0"/>
              <a:t>итерации</a:t>
            </a:r>
            <a:r>
              <a:rPr lang="ru-RU" dirty="0"/>
              <a:t>, а не всего цикла:</a:t>
            </a:r>
          </a:p>
          <a:p>
            <a:pPr marL="0" indent="0" algn="just"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81F7E82-7188-49AB-B922-EA18D2DC4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164" y="3175149"/>
            <a:ext cx="9735671" cy="356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894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C14FBA-1C68-4412-80AE-EC1E811C9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6BCED3-9C94-4CAB-85AA-6E9822084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Часы бьют каждый час, столько раз, сколько времени. Написать программу, которая подсчитает, сколько раз пробьют часы за 12 часов.</a:t>
            </a:r>
          </a:p>
          <a:p>
            <a:pPr marL="0" indent="0" algn="just">
              <a:buNone/>
            </a:pPr>
            <a:r>
              <a:rPr lang="ru-RU" dirty="0"/>
              <a:t>Пояснение:</a:t>
            </a:r>
          </a:p>
          <a:p>
            <a:pPr marL="0" indent="0" algn="just">
              <a:buNone/>
            </a:pPr>
            <a:r>
              <a:rPr lang="ru-RU" dirty="0"/>
              <a:t>	В час дня часы пробили 1 раз</a:t>
            </a:r>
          </a:p>
          <a:p>
            <a:pPr marL="0" indent="0" algn="just">
              <a:buNone/>
            </a:pPr>
            <a:r>
              <a:rPr lang="ru-RU" dirty="0"/>
              <a:t>	В два часа дня – 2 раза</a:t>
            </a:r>
          </a:p>
          <a:p>
            <a:pPr marL="0" indent="0" algn="just">
              <a:buNone/>
            </a:pPr>
            <a:r>
              <a:rPr lang="ru-RU" dirty="0"/>
              <a:t>	…</a:t>
            </a:r>
          </a:p>
          <a:p>
            <a:pPr marL="0" indent="0" algn="just">
              <a:buNone/>
            </a:pPr>
            <a:r>
              <a:rPr lang="ru-RU" dirty="0"/>
              <a:t>	В 12 часов ночи – 12 раз</a:t>
            </a:r>
          </a:p>
          <a:p>
            <a:pPr marL="0" indent="0" algn="just">
              <a:buNone/>
            </a:pPr>
            <a:r>
              <a:rPr lang="ru-RU" dirty="0"/>
              <a:t>Нужно посчитать сумму таких «пробитий» с помощью цикла </a:t>
            </a:r>
            <a:r>
              <a:rPr lang="en-US" dirty="0"/>
              <a:t>for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98891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530</Words>
  <Application>Microsoft Office PowerPoint</Application>
  <PresentationFormat>Широкоэкранный</PresentationFormat>
  <Paragraphs>80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Тема Office</vt:lpstr>
      <vt:lpstr>Основы программирования на языке C++</vt:lpstr>
      <vt:lpstr>План презентации</vt:lpstr>
      <vt:lpstr>Домашнее задание</vt:lpstr>
      <vt:lpstr>Конструкция цикла for</vt:lpstr>
      <vt:lpstr>Простой пример</vt:lpstr>
      <vt:lpstr>Особенности конструкции for</vt:lpstr>
      <vt:lpstr>Особенности конструкции for</vt:lpstr>
      <vt:lpstr>Особенности конструкции for</vt:lpstr>
      <vt:lpstr>Особенности конструкции for</vt:lpstr>
      <vt:lpstr>Пример</vt:lpstr>
      <vt:lpstr>Оператор break</vt:lpstr>
      <vt:lpstr>Пример с угадыванием числа</vt:lpstr>
      <vt:lpstr>Оператор continue</vt:lpstr>
      <vt:lpstr>Задача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программирования на языке C++</dc:title>
  <dc:creator>varitch.rodion.2@gmail.com</dc:creator>
  <cp:lastModifiedBy>varitch.rodion.2@gmail.com</cp:lastModifiedBy>
  <cp:revision>40</cp:revision>
  <dcterms:created xsi:type="dcterms:W3CDTF">2026-07-16T22:42:45Z</dcterms:created>
  <dcterms:modified xsi:type="dcterms:W3CDTF">2026-07-17T00:55:23Z</dcterms:modified>
</cp:coreProperties>
</file>